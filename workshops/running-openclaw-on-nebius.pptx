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OpenClaw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Nebius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a live AI agent in 15 minutes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 Workshop  |  claw.camp/curriculum/agent-inference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AI agents is expensive and complicated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 Mini for local inference: $1,000+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your home network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ONE agent at a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scaling, no redundancy, no sleep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could run 100 agents for the cost of one Mac Mini?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Liberate Your OpenClaw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to use Claude or OpenAI.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Nebius Token Factory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70B, GLM-5, DeepSeek-R1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per token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Hugging Face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GLM-5, thousands more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$2/mo free credits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(llama.cpp)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GGUF model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(your hardware)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focus: Token Factory. Fast, cheap, production-ready.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nebius-architectur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Deploy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install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dev, fastest start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Isolated, repeatable, server deploys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Nebius Serverless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Production, auto-scaling, zero-ops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start with npm (fastest), then show Docker and Serverless.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Get Your Token Factory API Key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 to console.nebius.com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Navigate to Token Factory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Click Create API Key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Copy the key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619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24912"/>
            <a:ext cx="74066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NEBIUS_API_KEY="your-key-here"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Persist: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'export NEBIUS_API_KEY="..."' &gt;&gt; ~/.zshrc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this key to git.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Install OpenClaw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16192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36192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@openclaw/cli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1619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33472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--version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 No Docker, no containers, no VMs (yet).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nebius-easy-har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Config: ~/.openclaw/openclaw.json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7680960" cy="3657600"/>
          </a:xfrm>
          <a:prstGeom prst="roundRect">
            <a:avLst>
              <a:gd name="adj" fmla="val 2000"/>
            </a:avLst>
          </a:prstGeom>
          <a:solidFill>
            <a:srgbClr val="16192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70432"/>
            <a:ext cx="7406640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models: {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mode: "merge",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providers: {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nebius: {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baseUrl: "https://api.tokenfactory.nebius.com/v1",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apiKey: "${NEBIUS_API_KEY}",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api: "openai-completions",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models: [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 id: "meta-llama/Meta-Llama-3.1-70B-Instruct",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name: "Llama 3.1 70B", contextWindow: 128000 },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 id: "zai-org/GLM-5",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name: "GLM-5", contextWindow: 128000 },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 id: "deepseek-ai/DeepSeek-R1",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name: "DeepSeek R1", reasoning: true }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agents: { defaults: {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 { primary: "nebius/meta-llama/..." },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models: {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"nebius/.../Llama-3.1-70B": { alias: "llama70b" },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"nebius/zai-org/GLM-5": { alias: "glm5" },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"nebius/.../DeepSeek-R1": { alias: "deepseek" }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8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Start and Verify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411480"/>
          </a:xfrm>
          <a:prstGeom prst="roundRect">
            <a:avLst>
              <a:gd name="adj" fmla="val 17778"/>
            </a:avLst>
          </a:prstGeom>
          <a:solidFill>
            <a:srgbClr val="16192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44752"/>
            <a:ext cx="740664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start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 http://localhost:18789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619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33472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/models          # List all models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 llama70b  # Switch model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          # Check connection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 is live. No GPU on your machine.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70B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agents, tool calling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GLM-5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Fast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throughput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DeepSeek-R1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Reasoning, complex chains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Qwen3.5-35B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Code, multilingual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Mistral Large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European languages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Deployment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Docker when: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environment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deployments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builds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1A1D2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Docker when: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dev cycle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prototyping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16192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24912"/>
            <a:ext cx="74066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OPENCLAW_IMAGE="ghcr.io/openclaw/openclaw:latest"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./scripts/docker/setup.sh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7680960" cy="1097280"/>
          </a:xfrm>
          <a:prstGeom prst="roundRect">
            <a:avLst>
              <a:gd name="adj" fmla="val 6667"/>
            </a:avLst>
          </a:prstGeom>
          <a:solidFill>
            <a:srgbClr val="16192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47872"/>
            <a:ext cx="74066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 + Token Factory:</a:t>
            </a:r>
            <a:endParaRPr lang="en-US" sz="9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run --rm --no-deps --entrypoint node \</a:t>
            </a:r>
            <a:endParaRPr lang="en-US" sz="9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openclaw-gateway dist/index.js onboard \</a:t>
            </a:r>
            <a:endParaRPr lang="en-US" sz="9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--custom-base-url "https://api.tokenfactory.nebius.com/v1" \</a:t>
            </a:r>
            <a:endParaRPr lang="en-US" sz="9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--custom-api-key "$NEBIUS_API_KEY"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Tool Calling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mode for reliable tool calling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7680960" cy="1463040"/>
          </a:xfrm>
          <a:prstGeom prst="roundRect">
            <a:avLst>
              <a:gd name="adj" fmla="val 5000"/>
            </a:avLst>
          </a:prstGeom>
          <a:solidFill>
            <a:srgbClr val="1619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10512"/>
            <a:ext cx="740664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"tool": "get_weather",</a:t>
            </a:r>
            <a:endParaRPr lang="en-US" sz="12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"arguments": {</a:t>
            </a:r>
            <a:endParaRPr lang="en-US" sz="12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"city": "Oakland",</a:t>
            </a:r>
            <a:endParaRPr lang="en-US" sz="12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"units": "fahrenheit"</a:t>
            </a:r>
            <a:endParaRPr lang="en-US" sz="12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Factory supports JSON mode natively.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to Production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 Serverless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1619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10512"/>
            <a:ext cx="74066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-sSL https://storage.ai.nebius.cloud/ncp/install.sh | bash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nebius msp serverless v1alpha1 endpoint create \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openclaw-agent \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--image openclaw/gateway:latest \</a:t>
            </a:r>
            <a:endParaRPr lang="en-US" sz="1000" dirty="0"/>
          </a:p>
          <a:p>
            <a:pPr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B8F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--memory 512MB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Auto-scales to zero. Spins up on demand. No VM management.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Breakdown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Tokens/day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Cost/month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 (100 msgs)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(1K msgs)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Heavy (10K msgs)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 GPU = $2-3/hr = $1,500-2,200/month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Factory: pay per token, not per hour.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Checklist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gateway token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to loopback in dev, 0.0.0.0 behind proxy in prod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HTTPS via reverse proxy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API budget caps in Token Factory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network security groups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Docker: runs as non-root node (uid 1000)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 won't start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lsof -i :18789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Factory 401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API key with curl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"model not allowed"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to allowlist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not in /models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providers[] AND allowlist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OOM (137)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Increase to 2GB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responses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/model glm5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Built Today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Installed OpenClaw (npm or Docker)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Connected to Nebius Token Factory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Selected a model and configured tool calling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Understand three deployment methods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Know how to go from prototype to production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Claude. No OpenAI. Just open-source on Nebius.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FF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OpenClaw Docs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docs.openclaw.ai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Install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docs.openclaw.ai/install/docker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Factory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console.nebius.com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ClawCamp Tutorials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claw.camp/curriculum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discord.gg/clawcamp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via Console (20m)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Scripts (15m)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A1D2E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Patterns (45m)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Agents (55m)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A1D2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Lifecycle (70m)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(75m)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NEBIUS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ClawCamp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B8FF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OpenClaw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Nebius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models. Pay-per-token. No vendor lock-in.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claw.camp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discord.gg/clawcamp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hello@claw.camp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personal AI revolution.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Running OpenClaw on Nebius</dc:title>
  <dc:subject>PptxGenJS Presentation</dc:subject>
  <dc:creator>ClawCamp</dc:creator>
  <cp:lastModifiedBy>ClawCamp</cp:lastModifiedBy>
  <cp:revision>1</cp:revision>
  <dcterms:created xsi:type="dcterms:W3CDTF">2026-04-07T16:09:37Z</dcterms:created>
  <dcterms:modified xsi:type="dcterms:W3CDTF">2026-04-07T16:09:37Z</dcterms:modified>
</cp:coreProperties>
</file>