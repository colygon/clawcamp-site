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OpenClaw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Nebius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zero to a live AI agent in 15 minutes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840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 Workshop  |  claw.camp/curriculum/agent-inference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AI agents is expensive and complicated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Mac Mini for local inference: $1,000+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Exposes your home network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ONE agent at a time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scaling, no redundancy, no sleep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you could run 100 agents for the cost of one Mac Mini?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Liberate Your OpenClaw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need to use Claude or OpenAI.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 works with ANY OpenAI-compatible model provider.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286000"/>
          <a:ext cx="7680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Nebius Token Factory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3.1 70B, GLM-5, DeepSeek-R1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 per token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Hugging Face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GLM-5, thousands more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$2/mo free credits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(llama.cpp)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 GGUF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 (your hardware)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31520" y="3931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focus: Token Factory. Fast, cheap, production-ready.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 and inference are separate.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3474720" cy="2011680"/>
          </a:xfrm>
          <a:prstGeom prst="roundRect">
            <a:avLst>
              <a:gd name="adj" fmla="val 4545"/>
            </a:avLst>
          </a:prstGeom>
          <a:solidFill>
            <a:srgbClr val="1A1D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(OpenClaw)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28600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logic (CPU)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 gateway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anywhere  |  $0.01/hr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06240" y="2560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3017520"/>
            <a:ext cx="548640" cy="0"/>
          </a:xfrm>
          <a:prstGeom prst="line">
            <a:avLst/>
          </a:prstGeom>
          <a:noFill/>
          <a:ln w="25400">
            <a:solidFill>
              <a:srgbClr val="B8FF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0" y="1828800"/>
            <a:ext cx="3474720" cy="2011680"/>
          </a:xfrm>
          <a:prstGeom prst="roundRect">
            <a:avLst>
              <a:gd name="adj" fmla="val 4545"/>
            </a:avLst>
          </a:prstGeom>
          <a:solidFill>
            <a:srgbClr val="1A1D2E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Factory (Nebius)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20640" y="228600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inference (GPU)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 / GLM / Qwen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per token  |  No GPU needed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Deploy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7680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npm install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dev, fastest start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Isolated, repeatable, server deploys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Nebius Serverless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Production, auto-scaling, zero-ops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3474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start with npm (fastest), then show Docker and Serverless.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Get Your Token Factory API Key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Go to console.nebius.com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Navigate to Token Factory in the sidebar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Click Create API Key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Copy the key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16192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724912"/>
            <a:ext cx="74066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NEBIUS_API_KEY="your-key-here"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3291840"/>
            <a:ext cx="7680960" cy="822960"/>
          </a:xfrm>
          <a:prstGeom prst="roundRect">
            <a:avLst>
              <a:gd name="adj" fmla="val 8889"/>
            </a:avLst>
          </a:prstGeom>
          <a:solidFill>
            <a:srgbClr val="161927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364992"/>
            <a:ext cx="74066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Persist across sessions: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'export NEBIUS_API_KEY="your-key-here"' &gt;&gt; ~/.zshrc  # macOS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'export NEBIUS_API_KEY="your-key-here"' &gt;&gt; ~/.bashrc  # Linux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42976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commit this key to git.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— Install OpenClaw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161927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536192"/>
            <a:ext cx="74066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4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-g @openclaw/cli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560320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161927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633472"/>
            <a:ext cx="74066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4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openclaw --version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474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it. No Docker, no containers, no VMs (yet).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— Connect to Token Factory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A: Quick onboard (CLI)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554480"/>
            <a:ext cx="7680960" cy="1371600"/>
          </a:xfrm>
          <a:prstGeom prst="roundRect">
            <a:avLst>
              <a:gd name="adj" fmla="val 5333"/>
            </a:avLst>
          </a:prstGeom>
          <a:solidFill>
            <a:srgbClr val="16192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627632"/>
            <a:ext cx="740664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openclaw onboard --non-interactive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--auth-choice custom-api-key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--custom-base-url "https://api.tokenfactory.nebius.com/v1"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--custom-model-id "meta-llama/Meta-Llama-3.1-70B-Instruct"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--custom-api-key "$NEBIUS_API_KEY"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--secret-input-mode plaintext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--custom-compatibility openai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B: Config file (recommended for production) — see next slide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474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mode: "merge" keeps built-in providers while adding Nebius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apiKey: "${NEBIUS_API_KEY}" reads from your env variable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api: "openai-completions" — Token Factory is OpenAI-compatible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aliases let you switch fast: /model llama70b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File: ~/.openclaw/openclaw.json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3657600"/>
          </a:xfrm>
          <a:prstGeom prst="roundRect">
            <a:avLst>
              <a:gd name="adj" fmla="val 2000"/>
            </a:avLst>
          </a:prstGeom>
          <a:solidFill>
            <a:srgbClr val="161927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170432"/>
            <a:ext cx="7406640" cy="3511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models: {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mode: "merge",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providers: {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nebius: {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baseUrl: "https://api.tokenfactory.nebius.com/v1",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apiKey: "${NEBIUS_API_KEY}",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api: "openai-completions",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models: [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{ id: "meta-llama/Meta-Llama-3.1-70B-Instruct",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name: "Llama 3.1 70B", contextWindow: 128000 },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{ id: "zai-org/GLM-5",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name: "GLM-5", contextWindow: 128000 },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{ id: "deepseek-ai/DeepSeek-R1",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name: "DeepSeek R1", reasoning: true }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]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agents: { defaults: {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model: { primary: "nebius/meta-llama/Meta-Llama-3.1-70B-Instruct" },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models: {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"nebius/meta-llama/Meta-Llama-3.1-70B-Instruct": { alias: "llama70b" },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"nebius/zai-org/GLM-5": { alias: "glm5" },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"nebius/deepseek-ai/DeepSeek-R1": { alias: "deepseek" }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}}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— Start and Verify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7680960" cy="411480"/>
          </a:xfrm>
          <a:prstGeom prst="roundRect">
            <a:avLst>
              <a:gd name="adj" fmla="val 17778"/>
            </a:avLst>
          </a:prstGeom>
          <a:solidFill>
            <a:srgbClr val="161927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444752"/>
            <a:ext cx="7406640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4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openclaw start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your browser:  http://localhost:18789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models: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7680960" cy="731520"/>
          </a:xfrm>
          <a:prstGeom prst="roundRect">
            <a:avLst>
              <a:gd name="adj" fmla="val 10000"/>
            </a:avLst>
          </a:prstGeom>
          <a:solidFill>
            <a:srgbClr val="161927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999232"/>
            <a:ext cx="74066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/models          # List all available models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llama70b  # Switch to Llama 3.1 70B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/status          # Check current model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3931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is live. Connected to Llama 3.1 70B on Nebius. No GPU on your machine.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Selection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3.1 70B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General agents, tool calling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GLM-5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Fast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throughput, simple tasks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DeepSeek-R1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High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Reasoning, complex chains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Qwen3.5-35B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 generation, multilingual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Mistral Large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European languages, code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models anytime: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31520" y="3840480"/>
            <a:ext cx="7680960" cy="411480"/>
          </a:xfrm>
          <a:prstGeom prst="roundRect">
            <a:avLst>
              <a:gd name="adj" fmla="val 17778"/>
            </a:avLst>
          </a:prstGeom>
          <a:solidFill>
            <a:srgbClr val="161927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3913632"/>
            <a:ext cx="7406640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openclaw config set agents.defaults.model.primary "zai-org/GLM-5"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Docker Right for Me?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3657600" cy="1280160"/>
          </a:xfrm>
          <a:prstGeom prst="roundRect">
            <a:avLst>
              <a:gd name="adj" fmla="val 5714"/>
            </a:avLst>
          </a:prstGeom>
          <a:solidFill>
            <a:srgbClr val="1A1D2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4173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Docker when: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7373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environment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deployments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Repeatable builds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657600" cy="1280160"/>
          </a:xfrm>
          <a:prstGeom prst="roundRect">
            <a:avLst>
              <a:gd name="adj" fmla="val 5714"/>
            </a:avLst>
          </a:prstGeom>
          <a:solidFill>
            <a:srgbClr val="1A1D2E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4173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Docker when: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local dev cycle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prototyping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7680960" cy="1280160"/>
          </a:xfrm>
          <a:prstGeom prst="roundRect">
            <a:avLst>
              <a:gd name="adj" fmla="val 5714"/>
            </a:avLst>
          </a:prstGeom>
          <a:solidFill>
            <a:srgbClr val="161927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740664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OPENCLAW_IMAGE="ghcr.io/openclaw/openclaw:latest"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./scripts/docker/setup.sh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 manual: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build -t openclaw:local -f Dockerfile .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openclaw-gateway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4389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at http://127.0.0.1:18789/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+ Token Factory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A: Mount your config file — Docker picks it up automatically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B: Onboard inside the container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286000"/>
            <a:ext cx="7680960" cy="1371600"/>
          </a:xfrm>
          <a:prstGeom prst="roundRect">
            <a:avLst>
              <a:gd name="adj" fmla="val 5333"/>
            </a:avLst>
          </a:prstGeom>
          <a:solidFill>
            <a:srgbClr val="161927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59152"/>
            <a:ext cx="740664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run --rm --no-deps --entrypoint node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openclaw-gateway dist/index.js onboard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--auth-choice custom-api-key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--custom-base-url "https://api.tokenfactory.nebius.com/v1"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--custom-model-id "meta-llama/Meta-Llama-3.1-70B-Instruct"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--custom-api-key "$NEBIUS_API_KEY"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--custom-compatibility openai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3931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runs in Docker. Inference runs on Nebius GPUs. Best of both worlds.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Tool Calling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mode for reliable tool calling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737360"/>
            <a:ext cx="7680960" cy="1463040"/>
          </a:xfrm>
          <a:prstGeom prst="roundRect">
            <a:avLst>
              <a:gd name="adj" fmla="val 5000"/>
            </a:avLst>
          </a:prstGeom>
          <a:solidFill>
            <a:srgbClr val="16192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810512"/>
            <a:ext cx="740664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"tool": "get_weather",</a:t>
            </a:r>
            <a:endParaRPr lang="en-US" sz="12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"arguments": {</a:t>
            </a:r>
            <a:endParaRPr lang="en-US" sz="12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"city": "Oakland",</a:t>
            </a:r>
            <a:endParaRPr lang="en-US" sz="12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"units": "fahrenheit"</a:t>
            </a:r>
            <a:endParaRPr lang="en-US" sz="12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Factory supports JSON mode natively — no prompt engineering hacks.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931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Llama 3.1, GLM-5, and DeepSeek-R1.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Going to Production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 Serverless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737360"/>
            <a:ext cx="7680960" cy="1645920"/>
          </a:xfrm>
          <a:prstGeom prst="roundRect">
            <a:avLst>
              <a:gd name="adj" fmla="val 4444"/>
            </a:avLst>
          </a:prstGeom>
          <a:solidFill>
            <a:srgbClr val="16192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810512"/>
            <a:ext cx="7406640" cy="1499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Nebius CLI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-sSL https://storage.ai.nebius.cloud/ncp/install.sh | bash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Deploy OpenClaw on Serverless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nebius msp serverless v1alpha1 endpoint create \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openclaw-agent \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--image openclaw/gateway:latest \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--memory 512MB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Auto-scales to zero when idle. Spins up on demand. No VM management.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Breakdown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Tokens/day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Cost/day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Cost/month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 (100 msgs)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(1K msgs)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 (10K msgs)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2926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Compare: A single H100 GPU = $2-3/hour = $1,500-2,200/month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3474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Factory: pay per token, not per hour.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Checklist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 gateway token (auth for all connections)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to loopback in dev, 0.0.0.0 in production behind a proxy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HTTPS via reverse proxy (nginx/Caddy)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API budget caps in Token Factory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network security groups to restrict port access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Docker: container runs as non-root user node (uid 1000)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Troubleshooting</a:t>
            </a:r>
            <a:endParaRPr lang="en-US" sz="3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Gateway won't start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port 18789: lsof -i :18789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 Factory 401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 API key with curl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"model not allowed"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 to agents.defaults.models allowlist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not in /models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both providers[] AND allowlist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model called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 id matches Token Factory exactly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 OOM (exit 137)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Increase memory to 2GB minimum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Slow responses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to GLM-5: /model glm5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Built Today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7315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Installed OpenClaw (npm or Docker)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Connected to Nebius Token Factory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Selected a model and configured tool calling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Understand three deployment methods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Know how to go from prototype to production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6576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is live. No Claude API key needed.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OpenAI. Just open-source models on Nebius.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</a:t>
            </a:r>
            <a:endParaRPr lang="en-US" sz="3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OpenClaw Docs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docs.openclaw.ai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 Install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docs.openclaw.ai/install/docker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 Factory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console.nebius.com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ClawCamp Tutorials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claw.camp/curriculum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Inference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claw.camp/curriculum/agent-inference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 Patterns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claw.camp/curriculum/deploy-patterns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Discord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discord.gg/clawcamp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743200" cy="2560320"/>
          </a:xfrm>
          <a:prstGeom prst="roundRect">
            <a:avLst>
              <a:gd name="adj" fmla="val 2857"/>
            </a:avLst>
          </a:prstGeom>
          <a:solidFill>
            <a:srgbClr val="1A1D2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Beginner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via Web Console (20 min)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with Install Scripts (15 min)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371600"/>
            <a:ext cx="2743200" cy="2560320"/>
          </a:xfrm>
          <a:prstGeom prst="roundRect">
            <a:avLst>
              <a:gd name="adj" fmla="val 2857"/>
            </a:avLst>
          </a:prstGeom>
          <a:solidFill>
            <a:srgbClr val="1A1D2E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Intermediate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66160" y="182880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Patterns (45 min)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Agents (55 min)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2743200" cy="2560320"/>
          </a:xfrm>
          <a:prstGeom prst="roundRect">
            <a:avLst>
              <a:gd name="adj" fmla="val 2857"/>
            </a:avLst>
          </a:prstGeom>
          <a:solidFill>
            <a:srgbClr val="1A1D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182880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Lifecycle (70 min)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Robotics with Solo CLI (75 min)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7315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OpenClaw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Nebius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models. Pay-per-token. No vendor lock-in.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claw.camp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discord.gg/clawcamp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hello@claw.camp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114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 personal AI revolution.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Running OpenClaw on Nebius</dc:title>
  <dc:subject>PptxGenJS Presentation</dc:subject>
  <dc:creator>ClawCamp</dc:creator>
  <cp:lastModifiedBy>ClawCamp</cp:lastModifiedBy>
  <cp:revision>1</cp:revision>
  <dcterms:created xsi:type="dcterms:W3CDTF">2026-04-07T06:37:42Z</dcterms:created>
  <dcterms:modified xsi:type="dcterms:W3CDTF">2026-04-07T06:37:42Z</dcterms:modified>
</cp:coreProperties>
</file>